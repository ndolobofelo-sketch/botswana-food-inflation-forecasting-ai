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VenturePulse: Food Price Inflation Forecasting in Botswana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AI-powered monthly food price forecasting system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Objective:</a:t>
            </a:r>
          </a:p>
          <a:p>
            <a:pPr>
              <a:defRPr sz="1800"/>
            </a:pPr>
            <a:r>
              <a:t>Predict future food price movements using</a:t>
            </a:r>
          </a:p>
          <a:p>
            <a:pPr>
              <a:defRPr sz="1800"/>
            </a:pPr>
            <a:r>
              <a:t>multi-source economic and regional data.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Approach:</a:t>
            </a:r>
          </a:p>
          <a:p>
            <a:pPr>
              <a:defRPr sz="1800"/>
            </a:pPr>
            <a:r>
              <a:t>Data Engineering + Machine Learning + Explainable AI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Problem:</a:t>
            </a:r>
          </a:p>
          <a:p>
            <a:pPr>
              <a:defRPr sz="1800"/>
            </a:pPr>
            <a:r>
              <a:t>Food price volatility creates challenges for</a:t>
            </a:r>
          </a:p>
          <a:p>
            <a:pPr>
              <a:defRPr sz="1800"/>
            </a:pPr>
            <a:r>
              <a:t>households, businesses and policymakers.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Integrated datasets: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FAO Botswana food prices</a:t>
            </a:r>
          </a:p>
          <a:p>
            <a:pPr>
              <a:defRPr sz="1800"/>
            </a:pPr>
            <a:r>
              <a:t>• Baltic Dry Index shipping data</a:t>
            </a:r>
          </a:p>
          <a:p>
            <a:pPr>
              <a:defRPr sz="1800"/>
            </a:pPr>
            <a:r>
              <a:t>• Brent crude oil prices</a:t>
            </a:r>
          </a:p>
          <a:p>
            <a:pPr>
              <a:defRPr sz="1800"/>
            </a:pPr>
            <a:r>
              <a:t>• Botswana policy rate</a:t>
            </a:r>
          </a:p>
          <a:p>
            <a:pPr>
              <a:defRPr sz="1800"/>
            </a:pPr>
            <a:r>
              <a:t>• Human Capital Project indicators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Period:</a:t>
            </a:r>
          </a:p>
          <a:p>
            <a:pPr>
              <a:defRPr sz="1800"/>
            </a:pPr>
            <a:r>
              <a:t>January 2000 - December 2023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Pipeline: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Raw Data</a:t>
            </a:r>
          </a:p>
          <a:p>
            <a:pPr>
              <a:defRPr sz="1800"/>
            </a:pPr>
            <a:r>
              <a:t>    ↓</a:t>
            </a:r>
          </a:p>
          <a:p>
            <a:pPr>
              <a:defRPr sz="1800"/>
            </a:pPr>
            <a:r>
              <a:t>Cleaning &amp; Validation</a:t>
            </a:r>
          </a:p>
          <a:p>
            <a:pPr>
              <a:defRPr sz="1800"/>
            </a:pPr>
            <a:r>
              <a:t>    ↓</a:t>
            </a:r>
          </a:p>
          <a:p>
            <a:pPr>
              <a:defRPr sz="1800"/>
            </a:pPr>
            <a:r>
              <a:t>Monthly Alignment</a:t>
            </a:r>
          </a:p>
          <a:p>
            <a:pPr>
              <a:defRPr sz="1800"/>
            </a:pPr>
            <a:r>
              <a:t>    ↓</a:t>
            </a:r>
          </a:p>
          <a:p>
            <a:pPr>
              <a:defRPr sz="1800"/>
            </a:pPr>
            <a:r>
              <a:t>Feature Engineering</a:t>
            </a:r>
          </a:p>
          <a:p>
            <a:pPr>
              <a:defRPr sz="1800"/>
            </a:pPr>
            <a:r>
              <a:t>    ↓</a:t>
            </a:r>
          </a:p>
          <a:p>
            <a:pPr>
              <a:defRPr sz="1800"/>
            </a:pPr>
            <a:r>
              <a:t>Machine Learning Model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Created features: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Lag variables</a:t>
            </a:r>
          </a:p>
          <a:p>
            <a:pPr>
              <a:defRPr sz="1800"/>
            </a:pPr>
            <a:r>
              <a:t>• Rolling averages</a:t>
            </a:r>
          </a:p>
          <a:p>
            <a:pPr>
              <a:defRPr sz="1800"/>
            </a:pPr>
            <a:r>
              <a:t>• Economic changes</a:t>
            </a:r>
          </a:p>
          <a:p>
            <a:pPr>
              <a:defRPr sz="1800"/>
            </a:pPr>
            <a:r>
              <a:t>• Seasonal time features</a:t>
            </a:r>
          </a:p>
          <a:p>
            <a:pPr>
              <a:defRPr sz="1800"/>
            </a:pPr>
            <a:r>
              <a:t>• Regional food indicators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Models evaluated: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Linear Regression</a:t>
            </a:r>
          </a:p>
          <a:p>
            <a:pPr>
              <a:defRPr sz="1800"/>
            </a:pPr>
            <a:r>
              <a:t>2. Random Forest</a:t>
            </a:r>
          </a:p>
          <a:p>
            <a:pPr>
              <a:defRPr sz="1800"/>
            </a:pPr>
            <a:r>
              <a:t>3. Gradient Boosting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Selected Model: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Gradient Boosting Regressor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Reason: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Best forecasting performance and ability</a:t>
            </a:r>
          </a:p>
          <a:p>
            <a:pPr>
              <a:defRPr sz="1800"/>
            </a:pPr>
            <a:r>
              <a:t>to capture nonlinear relationships.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 Forecast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</a:p>
          <a:p>
            <a:pPr>
              <a:defRPr sz="1800"/>
            </a:pPr>
            <a:r>
              <a:t>Generated forecast: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January 2024 - December 2024</a:t>
            </a: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  <a:r>
              <a:t>Expected impact: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Support food security planning</a:t>
            </a:r>
          </a:p>
          <a:p>
            <a:pPr>
              <a:defRPr sz="1800"/>
            </a:pPr>
            <a:r>
              <a:t>• Improve economic forecasting</a:t>
            </a:r>
          </a:p>
          <a:p>
            <a:pPr>
              <a:defRPr sz="1800"/>
            </a:pPr>
            <a:r>
              <a:t>• Assist policy decisions</a:t>
            </a:r>
          </a:p>
          <a:p>
            <a:pPr>
              <a:defRPr sz="1800"/>
            </a:pPr>
            <a:r>
              <a:t>• Demonstrate AI-driven analytics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